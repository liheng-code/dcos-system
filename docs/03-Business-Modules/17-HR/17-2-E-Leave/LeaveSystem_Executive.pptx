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097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</a:t>
            </a:r>
            <a:endParaRPr lang="en-US" sz="1000" dirty="0"/>
          </a:p>
        </p:txBody>
      </p:sp>
      <p:pic>
        <p:nvPicPr>
          <p:cNvPr id="3" name="Image 0" descr="/home/claude/unpacked/ppt/media/image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0" y="548640"/>
            <a:ext cx="402336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PLATFORM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914400" y="3383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B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Management System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14400" y="3931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Overview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— How Leave Is Managed Today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105156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54864" cy="105156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1612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Excel &amp; Paper-Based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51560" y="14904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tracked in spreadsheets — easy to lose, hard to update, no real-time visibility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54880" y="1051560"/>
            <a:ext cx="4114800" cy="105156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51560"/>
            <a:ext cx="54864" cy="105156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3258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1612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Approval Trail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440680" y="14904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done by email or verbally — no record of who approved, when, or why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65760" y="2286000"/>
            <a:ext cx="4114800" cy="105156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65760" y="2286000"/>
            <a:ext cx="54864" cy="105156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51560" y="23957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Balance Errors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051560" y="272491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calculations lead to wrong balances — employees take more or less than entitled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754880" y="2286000"/>
            <a:ext cx="4114800" cy="105156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2286000"/>
            <a:ext cx="54864" cy="105156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56032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40680" y="23957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Staffing Surprises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440680" y="272491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don't know who's off until the day — no team planning or capacity control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65760" y="3520440"/>
            <a:ext cx="4114800" cy="105156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65760" y="3520440"/>
            <a:ext cx="54864" cy="105156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79476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51560" y="36301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Reporting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051560" y="395935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spends hours compiling leave data for reports — no dashboard, no trends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4754880" y="3520440"/>
            <a:ext cx="4114800" cy="105156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754880" y="3520440"/>
            <a:ext cx="54864" cy="105156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794760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440680" y="36301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Year-End Chaos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5440680" y="395935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forward and entitlement reset done manually — errors and disputes every January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problems cost HR time, create disputes, and increase risk for the company.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 — Leave Management System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105156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54864" cy="105156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1612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 Leave Online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51560" y="14904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request leave from any device — choose type, dates, reason, and submit in minutes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54880" y="1051560"/>
            <a:ext cx="4114800" cy="105156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51560"/>
            <a:ext cx="54864" cy="105156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3258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1612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Automatic Approval Chain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440680" y="14904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go to the right supervisor automatically — up to 5 levels, with full audit trail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65760" y="2286000"/>
            <a:ext cx="4114800" cy="105156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65760" y="2286000"/>
            <a:ext cx="54864" cy="105156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51560" y="23957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Email Approve / Reject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051560" y="272491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 approve or reject directly from email with one click — no login required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754880" y="2286000"/>
            <a:ext cx="4114800" cy="105156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2286000"/>
            <a:ext cx="54864" cy="105156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56032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40680" y="23957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Calendar &amp; Planning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440680" y="272491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who's on leave, check staffing capacity, prevent overbooking — all in one view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65760" y="3520440"/>
            <a:ext cx="4114800" cy="105156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65760" y="3520440"/>
            <a:ext cx="54864" cy="105156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79476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51560" y="36301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Reports &amp; Export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051560" y="395935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leave reports instantly — export to Excel or CSV for HR records and audits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4754880" y="3520440"/>
            <a:ext cx="4114800" cy="105156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754880" y="3520440"/>
            <a:ext cx="54864" cy="105156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794760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440680" y="36301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Year-End Automation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5440680" y="395935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forward, burn expired leave, and generate next year's entitlements — one click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 replaces Excel, email, and paper — saving HR time and reducing errors.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Can It Do? — 28 Features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2926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960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(10)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Apply Leave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Leave Balance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Leave History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My Leave Entitlement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2402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Leave Calendar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4688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Cancel / Withdraw Leave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6974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Replacement Leave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9260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Who's On Leave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1546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My Approval Chain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3832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Public Holiday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960120"/>
            <a:ext cx="411480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960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(7)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13258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 Leave Approval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15544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 Withdrawal Approval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17830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 Replacement Approval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20116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 Subordinate Leave Entry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22402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 Subordinate Leave Adjustment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24688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 Team Calendar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26974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 Daily Leave View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017520"/>
            <a:ext cx="4114800" cy="2926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30175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HR (8)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338328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 Leave Type Configuration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35935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 Leave Entitlement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380390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  Years of Service Rules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401421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  Approval Chain Setup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6320" y="4224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  Capacity Settings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46320" y="44348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  Admin Settings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0" y="46451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  Leave Report &amp; Export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46320" y="485546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  Year-End Closing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3749040"/>
            <a:ext cx="4114800" cy="29260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37490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System-Wide (3)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41148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  Email Notifications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43434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  One-Click Email Approval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45720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  Real-Time Alerts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Looks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modern, professional interface employees already find easy to use.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74320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home/claude/userguide/screenshots/02-leave-bal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005840"/>
            <a:ext cx="2651760" cy="1874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29900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Balance Dashboard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200400" y="960120"/>
            <a:ext cx="274320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1" descr="/home/claude/userguide/screenshots/03-apply-leav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46120" y="1005840"/>
            <a:ext cx="2651760" cy="18745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46120" y="29900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 Leave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035040" y="960120"/>
            <a:ext cx="274320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2" descr="/home/claude/userguide/screenshots/17-team-calendar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080760" y="1005840"/>
            <a:ext cx="2651760" cy="18745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80760" y="29900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Leave Planning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457200" y="352044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640080" y="3611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Highlights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40080" y="39319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any device — desktop, tablet, or phone browser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CMED branding and login integrated with company authentication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employee data synced automatically from OrgChart — no manual entry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calendar shows team capacity at a glance (Green / Yellow / Red)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Impact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60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(Manual Process)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960120"/>
            <a:ext cx="4023360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960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(This System)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4023360" cy="3474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463040"/>
            <a:ext cx="4023360" cy="3474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4630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Leave tracked in Excel files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46320" y="14630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Real-time digital dashboard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1847088"/>
            <a:ext cx="402336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1847088"/>
            <a:ext cx="402336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8470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Approval by email / verbal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46320" y="18470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Automatic multi-level approval chain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231136"/>
            <a:ext cx="4023360" cy="3474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0" y="2231136"/>
            <a:ext cx="4023360" cy="3474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23113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HR calculates balances manually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46320" y="223113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System calculates automatically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2615184"/>
            <a:ext cx="402336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754880" y="2615184"/>
            <a:ext cx="402336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61518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visibility on team availability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46320" y="261518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Team calendar with capacity alerts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2999232"/>
            <a:ext cx="4023360" cy="3474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5" name="Shape 23"/>
          <p:cNvSpPr/>
          <p:nvPr/>
        </p:nvSpPr>
        <p:spPr>
          <a:xfrm>
            <a:off x="4754880" y="2999232"/>
            <a:ext cx="4023360" cy="3474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29992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Reports take hours to compile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46320" y="29992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One-click export to Excel / CSV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3383280"/>
            <a:ext cx="402336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4754880" y="3383280"/>
            <a:ext cx="402336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383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Year-end takes days of manual work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46320" y="3383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Year-end closing in one click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760" y="3767328"/>
            <a:ext cx="4023360" cy="3474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3" name="Shape 31"/>
          <p:cNvSpPr/>
          <p:nvPr/>
        </p:nvSpPr>
        <p:spPr>
          <a:xfrm>
            <a:off x="4754880" y="3767328"/>
            <a:ext cx="4023360" cy="3474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37673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audit trail for approvals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46320" y="37673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history with timestamps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65760" y="4151376"/>
            <a:ext cx="402336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4754880" y="4151376"/>
            <a:ext cx="402336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1513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Errors cause disputes with staff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46320" y="41513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Accurate, transparent, trusted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HR time  ·  Eliminate errors  ·  Full transparency  ·  Happy employees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097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</a:t>
            </a:r>
            <a:endParaRPr lang="en-US" sz="1000" dirty="0"/>
          </a:p>
        </p:txBody>
      </p:sp>
      <p:pic>
        <p:nvPicPr>
          <p:cNvPr id="3" name="Image 0" descr="/home/claude/unpacked/ppt/media/image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0" y="548640"/>
            <a:ext cx="365760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914400" y="32004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B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Management System — Ready for Review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4400" y="3840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Feedback Welcome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Leave Management System — Executive Overview</dc:title>
  <dc:subject>PptxGenJS Presentation</dc:subject>
  <dc:creator>CMED Construction Co., Ltd.</dc:creator>
  <cp:lastModifiedBy>CMED Construction Co., Ltd.</cp:lastModifiedBy>
  <cp:revision>1</cp:revision>
  <dcterms:created xsi:type="dcterms:W3CDTF">2026-04-08T10:57:34Z</dcterms:created>
  <dcterms:modified xsi:type="dcterms:W3CDTF">2026-04-08T10:57:34Z</dcterms:modified>
</cp:coreProperties>
</file>