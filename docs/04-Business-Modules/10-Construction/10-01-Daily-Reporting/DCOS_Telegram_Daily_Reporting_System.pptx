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40" d="100"/>
          <a:sy n="140" d="100"/>
        </p:scale>
        <p:origin x="77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4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AI-Assured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Daily Reporting System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 ·  Mini App UI  ·  Ruleset  ·  AI Scoring  ·  PM Approval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13716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Record: DCOS Database  |  Interface: Telegram  |  Assurance: AI  |  Authority: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Principle &amp; Hierarchy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77724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2A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8686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Projects → Many Subcontractors → One Telegram Group per SC per Project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DCOS Database → AI-Assured Data → PM Final Approval → Verified Data → Management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874520"/>
            <a:ext cx="2011680" cy="73152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of projects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874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1874520"/>
            <a:ext cx="2011680" cy="7315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 · Schedule · PM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874520"/>
            <a:ext cx="201168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Discipline · Scope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187452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874520"/>
            <a:ext cx="201168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9516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Project + 1 SC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2461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" y="33832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Mapping Rule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3703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  +  ONE SUBCONTRACTOR  =  ONE TELEGRAM PROJECT GROUP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 → Project → Subcontractor → Discipline / Scope → Assigned WBS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(Mapping maintained in DCOS — Telegram is never the system of record)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System Architecture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0" y="685800"/>
            <a:ext cx="3291840" cy="384048"/>
          </a:xfrm>
          <a:prstGeom prst="roundRect">
            <a:avLst>
              <a:gd name="adj" fmla="val 11905"/>
            </a:avLst>
          </a:prstGeom>
          <a:solidFill>
            <a:srgbClr val="1E2A3A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731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 (A · B · C …)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9659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2618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SC-A1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1234440"/>
            <a:ext cx="19659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12618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SC-A2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40"/>
            <a:ext cx="19659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2618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SC-B1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03720" y="1234440"/>
            <a:ext cx="196596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12618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SC-C1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0624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5A55A"/>
                </a:solidFill>
              </a:rPr>
              <a:t>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" y="2057400"/>
            <a:ext cx="2194560" cy="438912"/>
          </a:xfrm>
          <a:prstGeom prst="roundRect">
            <a:avLst>
              <a:gd name="adj" fmla="val 10417"/>
            </a:avLst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21214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+ Mini App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63864" y="21031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A55A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474720" y="2057400"/>
            <a:ext cx="2194560" cy="438912"/>
          </a:xfrm>
          <a:prstGeom prst="roundRect">
            <a:avLst>
              <a:gd name="adj" fmla="val 10417"/>
            </a:avLst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3474720" y="21214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API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2744" y="21031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A55A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43600" y="2057400"/>
            <a:ext cx="2194560" cy="438912"/>
          </a:xfrm>
          <a:prstGeom prst="roundRect">
            <a:avLst>
              <a:gd name="adj" fmla="val 10417"/>
            </a:avLst>
          </a:prstGeom>
          <a:solidFill>
            <a:srgbClr val="1E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21214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Database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697480"/>
            <a:ext cx="39776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27889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0632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Deterministic: fields · ranges · WBS · deadlines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duplicates · thresholds → structured ERROR / WARN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2697480"/>
            <a:ext cx="39776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78892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ASSURANCE LAYER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46320" y="30632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+ 8 agents · findings · scoring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consolidation → PM package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840480"/>
            <a:ext cx="2743200" cy="68580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REVIEW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160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Return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37560" y="3840480"/>
            <a:ext cx="2743200" cy="68580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/>
        </p:spPr>
      </p:sp>
      <p:sp>
        <p:nvSpPr>
          <p:cNvPr id="35" name="Text 33"/>
          <p:cNvSpPr/>
          <p:nvPr/>
        </p:nvSpPr>
        <p:spPr>
          <a:xfrm>
            <a:off x="342900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SUMMARY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429000" y="4160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SC data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17920" y="3840480"/>
            <a:ext cx="2743200" cy="68580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0" y="3913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09360" y="4160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view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Ownership Model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7724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77724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850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10642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factual field information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50876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50876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581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183794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+ reporting entry point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24028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3134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Bot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256946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Identity, context, triggers, notifications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97180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33009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report entry form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70332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70332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776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API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403250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validation, persistence, events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77724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8503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110642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record (authoritative)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50876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150876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1581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83480" y="183794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validation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54880" y="224028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224028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4983480" y="23134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Assurance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83480" y="256946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Check, interpret, recommend, score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54880" y="297180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54880" y="297180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40" name="Text 38"/>
          <p:cNvSpPr/>
          <p:nvPr/>
        </p:nvSpPr>
        <p:spPr>
          <a:xfrm>
            <a:off x="4983480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83480" y="33009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review &amp; approval authority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754880" y="3703320"/>
            <a:ext cx="41605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754880" y="3703320"/>
            <a:ext cx="73152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3776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983480" y="403250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approved information only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Integration Layer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77240"/>
            <a:ext cx="2788920" cy="37033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777240"/>
            <a:ext cx="2788920" cy="45720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8686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Project Group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1 Group = 1 Project + 1 SC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Normal coordination chat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Formal “Submit Daily Report”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926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Evidence &amp; notifications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429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Chat ≠ official data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777240"/>
            <a:ext cx="2788920" cy="37033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777240"/>
            <a:ext cx="2788920" cy="45720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8686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Telegram Bot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Identify Group &amp; User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2900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Resolve Project / SC context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Verify authorization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2926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Launch Mini 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Send status &amp; corrections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777240"/>
            <a:ext cx="2788920" cy="37033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777240"/>
            <a:ext cx="2788920" cy="45720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8686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Mini App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14173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Structured reporting form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5508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Standard + custom fields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Manpower · Progress · Issues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55080" y="2926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Photos &amp; documents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3429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Submit → DCOS API only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Mini App — Report Form &amp; Data Fields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31520"/>
            <a:ext cx="3108960" cy="3977640"/>
          </a:xfrm>
          <a:prstGeom prst="roundRect">
            <a:avLst>
              <a:gd name="adj" fmla="val 4412"/>
            </a:avLst>
          </a:prstGeom>
          <a:solidFill>
            <a:srgbClr val="172231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91440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914400"/>
            <a:ext cx="2834640" cy="41148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87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Daily Report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 05 Oct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709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 PRJ-001  (auto)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002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SC:  ABC MEP  (auto)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22951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 / Activity:  [select]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587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Manpower:  12  |  Qty:  85 m²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Progress:  42%  |  Status: WIP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1729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/ Constraints:  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465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Next-day plan:  …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758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📎 Evidence (photos)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2103120" cy="320040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60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7315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(auto-resolved)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960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 · Project ID · Subcontractor · Discipline · Telegram Group · User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0" y="137160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&amp; Progress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 · Activity · Work quantity · Unit · Progress % · Work status · Cumulative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0" y="20116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0" y="2240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(by trade) · Equipment · Materials used / remaining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26517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&amp; Plan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0" y="2880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· Constraints · Safety notes · Next-day plan · Remarks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0" y="329184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0" y="3520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· Documents · Captions · Timestamp · Linked to activity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0" y="3931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7600" y="4160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Per-discipline config (Electrical / MEP / Facade / Steel …)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Data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 via Mini App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463040" y="1051560"/>
            <a:ext cx="32004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Shape 9"/>
          <p:cNvSpPr/>
          <p:nvPr/>
        </p:nvSpPr>
        <p:spPr>
          <a:xfrm>
            <a:off x="210312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3736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3736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&amp; store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1051560"/>
            <a:ext cx="32004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56616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1051560"/>
            <a:ext cx="32004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+ findings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1051560"/>
            <a:ext cx="32004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49224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2648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/ decide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0" y="1051560"/>
            <a:ext cx="32004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1" name="Shape 29"/>
          <p:cNvSpPr/>
          <p:nvPr/>
        </p:nvSpPr>
        <p:spPr>
          <a:xfrm>
            <a:off x="7955280" y="868680"/>
            <a:ext cx="457200" cy="45720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32" name="Text 30"/>
          <p:cNvSpPr/>
          <p:nvPr/>
        </p:nvSpPr>
        <p:spPr>
          <a:xfrm>
            <a:off x="7955280" y="93268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1417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16642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&amp; Mgmt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2103120"/>
            <a:ext cx="8412480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2240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Subcontractor → Telegram Group → Bot → Mini App → DCOS API → Raw Report (DB)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25877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Rules Engine → structured ERROR / WARNING results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293522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AI Assurance Orchestrator runs specialist agents → Findings + dimension scores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3282696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Consolidation → Assurance Result package for PM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36301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PM: APPROVE → Verified Data → Project Daily Summary → Management Dashboard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PM: RETURN → Structured Correction → SC re-submit → full re-assurance cycle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 — Ruleset Catalogue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77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7772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0" y="77724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097280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REQ_FIELD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113385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13385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field missing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389888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426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PROGRESS_MAX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14264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142646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&gt; 100%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1682496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17190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INVALID_WBS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0" y="1719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31920" y="171907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WBS / activity not valid for SC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1975104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01168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INVALID_PROJ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60320" y="20116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201168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/ SC mismatch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267712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3042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60320" y="23042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30428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report for same date/SC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2560320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25968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60320" y="259689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31920" y="259689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after reporting deadline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2852928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288950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EVIDENCE_REQ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560320" y="28895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WARN/ERR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31920" y="288950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evidence missing (config)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3145536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318211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MANPOWER_MIN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560320" y="31821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31920" y="3182112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below planned threshold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38144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34747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QTY_RANGE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560320" y="3474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WARN/ERR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31920" y="34747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Quantity outside configured range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3730752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37673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UNIT_MISMATCH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560320" y="3767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31920" y="376732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inconsistent with activity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4023360"/>
            <a:ext cx="841248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0599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STATUS_RULE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560320" y="405993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931920" y="4059936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work status transition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65760" y="4315968"/>
            <a:ext cx="8412480" cy="292608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4352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CALC_CHECK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560320" y="43525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931920" y="4352544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vs reported inconsistency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Assurance — Specialist Agents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31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coordinates agents via structured I/O — no free-form agent-to-agent 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4300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fields, evidence, plans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14300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14300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51760" y="1828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Values, logic, units, references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14300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14300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history, baseline, schedule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49440" y="114300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49440" y="114300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14173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18288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reported vs output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269748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269748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Cross-Report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Conflicts across SCs / days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269748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60320" y="269748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9" name="Text 27"/>
          <p:cNvSpPr/>
          <p:nvPr/>
        </p:nvSpPr>
        <p:spPr>
          <a:xfrm>
            <a:off x="2651760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651760" y="33832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Existence, relevance, support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269748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269748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46320" y="33832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Unusual patterns &amp; risks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49440" y="2697480"/>
            <a:ext cx="2057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949440" y="2697480"/>
            <a:ext cx="20574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7" name="Text 35"/>
          <p:cNvSpPr/>
          <p:nvPr/>
        </p:nvSpPr>
        <p:spPr>
          <a:xfrm>
            <a:off x="7040880" y="29718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040880" y="338328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for PM decision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Assurance Flow &amp; Config Scoring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77240"/>
            <a:ext cx="16916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868680"/>
            <a:ext cx="411480" cy="4114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9144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325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first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ERRORs stop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flag critical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57400" y="777240"/>
            <a:ext cx="16916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868680"/>
            <a:ext cx="411480" cy="4114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9144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03120" y="1325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agents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031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specialist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777240"/>
            <a:ext cx="16916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868680"/>
            <a:ext cx="411480" cy="4114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4434840" y="9144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86200" y="1325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dims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· Evidence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23560" y="777240"/>
            <a:ext cx="16916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868680"/>
            <a:ext cx="411480" cy="4114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9144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0" y="1325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+ scores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recommendation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777240"/>
            <a:ext cx="16916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blurRad="254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01000" y="868680"/>
            <a:ext cx="411480" cy="411480"/>
          </a:xfrm>
          <a:prstGeom prst="ellipse">
            <a:avLst/>
          </a:prstGeom>
          <a:solidFill>
            <a:srgbClr val="1E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01000" y="9144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1325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package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5236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human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2194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Configurable dimension scores (example thresholds)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514600"/>
            <a:ext cx="8412480" cy="292608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560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560320" y="2560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0" y="2560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0" y="2560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&lt;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0" y="2560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&lt;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2834640"/>
            <a:ext cx="8412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56032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" y="3154680"/>
            <a:ext cx="8412480" cy="32004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200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/ Consistency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560320" y="3200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0" y="3200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0" y="3200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315200" y="3200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474720"/>
            <a:ext cx="8412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plausibility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56032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1148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31520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3794760"/>
            <a:ext cx="8412480" cy="320040"/>
          </a:xfrm>
          <a:prstGeom prst="rect">
            <a:avLst/>
          </a:prstGeom>
          <a:solidFill>
            <a:srgbClr val="E8EAED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" y="3840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quality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2560320" y="3840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114800" y="3840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69280" y="3840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315200" y="3840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65760" y="4114800"/>
            <a:ext cx="841248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/ Cross-check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56032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11480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66928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1520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Decision Logic (before PM)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822960"/>
            <a:ext cx="2788920" cy="356616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22960"/>
            <a:ext cx="2788920" cy="4572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914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ERROR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Any Rules Engine ERROR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or dimension Fail threshold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status: BLOCKED / RETURN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auto-prepare correction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337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PM still sees package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822960"/>
            <a:ext cx="2788920" cy="356616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822960"/>
            <a:ext cx="2788920" cy="4572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914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REQUIRED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hard ERROR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2900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but score in Review band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or AI WARNING findings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28803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status: PM_REVIEW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recommendation attached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822960"/>
            <a:ext cx="2788920" cy="356616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822960"/>
            <a:ext cx="2788920" cy="4572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9144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APPROVE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 dimensions ≥ Pass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55080" y="19659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critical findings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2423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status: PM_REVIEW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55080" y="28803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suggest APPROVE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33375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→ PM remains final authority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Review UI — After AI Assurance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685800"/>
            <a:ext cx="859536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502920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7772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DR-0048  ·  PRJ-001  ·  ABC MEP  ·  05 Oct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0" y="804672"/>
            <a:ext cx="1737360" cy="274320"/>
          </a:xfrm>
          <a:prstGeom prst="roundRect">
            <a:avLst>
              <a:gd name="adj" fmla="val 13333"/>
            </a:avLst>
          </a:prstGeom>
          <a:solidFill>
            <a:srgbClr val="D4A017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8229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REQUIRED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25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Scores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645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64208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11680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2194560" y="20116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23408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94560" y="2359152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23591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26883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94560" y="2706624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27066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035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0" y="3054096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0" y="1325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Progress 3× historical avg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Evidence for Area B weak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Manpower OK vs plan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Completeness passed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cross-SC conflict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13258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Recommendation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0" y="1645920"/>
            <a:ext cx="2103120" cy="1005840"/>
          </a:xfrm>
          <a:prstGeom prst="roundRect">
            <a:avLst>
              <a:gd name="adj" fmla="val 4545"/>
            </a:avLst>
          </a:prstGeom>
          <a:solidFill>
            <a:srgbClr val="FFF8E7"/>
          </a:solidFill>
          <a:ln/>
        </p:spPr>
      </p:sp>
      <p:sp>
        <p:nvSpPr>
          <p:cNvPr id="35" name="Text 33"/>
          <p:cNvSpPr/>
          <p:nvPr/>
        </p:nvSpPr>
        <p:spPr>
          <a:xfrm>
            <a:off x="6675120" y="17373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extra evidence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83680" y="283464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Actions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583680" y="3154680"/>
            <a:ext cx="2103120" cy="320040"/>
          </a:xfrm>
          <a:prstGeom prst="roundRect">
            <a:avLst>
              <a:gd name="adj" fmla="val 11429"/>
            </a:avLst>
          </a:prstGeom>
          <a:solidFill>
            <a:srgbClr val="27AE60"/>
          </a:solidFill>
          <a:ln/>
        </p:spPr>
      </p:sp>
      <p:sp>
        <p:nvSpPr>
          <p:cNvPr id="38" name="Text 36"/>
          <p:cNvSpPr/>
          <p:nvPr/>
        </p:nvSpPr>
        <p:spPr>
          <a:xfrm>
            <a:off x="6583680" y="3182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83680" y="3520440"/>
            <a:ext cx="2103120" cy="320040"/>
          </a:xfrm>
          <a:prstGeom prst="roundRect">
            <a:avLst>
              <a:gd name="adj" fmla="val 11429"/>
            </a:avLst>
          </a:prstGeom>
          <a:solidFill>
            <a:srgbClr val="C0392B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583680" y="3886200"/>
            <a:ext cx="2103120" cy="320040"/>
          </a:xfrm>
          <a:prstGeom prst="roundRect">
            <a:avLst>
              <a:gd name="adj" fmla="val 11429"/>
            </a:avLst>
          </a:prstGeom>
          <a:solidFill>
            <a:srgbClr val="2B6CB0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INFO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Lifecycle &amp; Correction Loop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869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83080" y="868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A55A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11680" y="82296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8869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868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A55A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82296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8869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868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A55A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0" y="82296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8869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AI_REVIEW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95160" y="868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A55A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23760" y="82296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1E2A3A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8869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PM_REVIEW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1463040"/>
            <a:ext cx="40233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463040"/>
            <a:ext cx="4023360" cy="38404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1536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Path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APPROVE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Verified Data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Project Daily Summary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Multi-Project Management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+ approved versions audited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1463040"/>
            <a:ext cx="40233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1463040"/>
            <a:ext cx="4023360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1536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Path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93776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RETURN FOR CORRECTION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2423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AI prepares structured request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SC notified via Telegram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93776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Correct &amp; re-submit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Full AI + PM cycle again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Daily Summary &amp; Multi-Project Reporting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77240"/>
            <a:ext cx="4114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777240"/>
            <a:ext cx="4114800" cy="438912"/>
          </a:xfrm>
          <a:prstGeom prst="rect">
            <a:avLst/>
          </a:prstGeom>
          <a:solidFill>
            <a:srgbClr val="1E2A3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68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Daily Summary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All approved SC reports consolidated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013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Overall manpower &amp; progress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18541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Completed / ongoing / delayed work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5694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Issues, constraints, materials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9535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Equipment &amp; next-day plan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Schedule risks &amp; unresolved findings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7216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Only PM-approved data included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777240"/>
            <a:ext cx="40690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777240"/>
            <a:ext cx="4069080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8686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Dashboard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14173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Project status overview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180136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Reporting compliance rates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2185416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Manpower &amp; progress trends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56946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Major issues &amp; delays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95351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Critical risks &amp; constraints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33756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Subcontractor performance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372160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Cross-project comparison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2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Chain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  →  REPORT  →  DCOS  →  AI ASSURANCE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PM APPROVAL  →  VERIFIED DATA  →  MANAGEMENT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8288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interface only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2468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DCOS DB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of record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0" y="2468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Engine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724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control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502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+ scoring + consult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3502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human authority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3246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3502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Approved-data consumer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confuse communication with formal reporting · AI score with PM approval · SC submission with verified project data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1342</Words>
  <Application>Microsoft Office PowerPoint</Application>
  <PresentationFormat>On-screen Show (16:9)</PresentationFormat>
  <Paragraphs>377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DCOS Multi-Project AI-Assured Telegram Daily Reporting System</dc:title>
  <dc:subject>PptxGenJS Presentation</dc:subject>
  <dc:creator>DCOS Architecture</dc:creator>
  <cp:lastModifiedBy>Pouth Liheng</cp:lastModifiedBy>
  <cp:revision>2</cp:revision>
  <dcterms:created xsi:type="dcterms:W3CDTF">2026-10-05T01:57:12Z</dcterms:created>
  <dcterms:modified xsi:type="dcterms:W3CDTF">2026-10-05T03:57:25Z</dcterms:modified>
</cp:coreProperties>
</file>